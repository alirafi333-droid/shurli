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E1E3A"/>
                </a:solidFill>
              </a:rPr>
              <a:t>♠  ♥  ♦  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6304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🎲 GRAVITY FLIP POKER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06B6D4"/>
                </a:solidFill>
              </a:rPr>
              <a:t>A Full-Stack Software Engineering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49039"/>
            <a:ext cx="57881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D0"/>
                </a:solidFill>
              </a:rPr>
              <a:t>Process Models  •  Agile  •  Refactoring  •  Testing  •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D0"/>
                </a:solidFill>
              </a:rPr>
              <a:t>Software Construction &amp; Development —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91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Convert a legacy CLI poker game into a fully-featured, multi-platform software product.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718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Python · Flask · SQLite · Vanilla JS/CSS · PyQt5 · 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109728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7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5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Web App · Native Desktop App · Streamlit Dashboard · REST API · Unit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199"/>
            <a:ext cx="11247120" cy="109728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3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SE 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53211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D0"/>
                </a:solidFill>
              </a:rPr>
              <a:t>Agile · SPI · Refactoring · CI/CD · Exception Handling · Peer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PROCESS MODEL: AGILE (SCRUM)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0913"/>
                </a:solidFill>
              </a:rPr>
              <a:t>Sprint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CLI →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Refactored legacy terminal code into Flask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0913"/>
                </a:solidFill>
              </a:rPr>
              <a:t>Sprint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Web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HTML/CSS/JS with 3D cards, glassmorphism, audio synthesis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286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94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0913"/>
                </a:solidFill>
              </a:rPr>
              <a:t>Sprint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Desktop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5487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PyQt5 + QWebEngine native wrapper with server polling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486400" cy="2286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486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94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0913"/>
                </a:solidFill>
              </a:rPr>
              <a:t>Sprint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Python-Only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7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Streamlit dashboard; unit tests &amp; CI/CD GitHub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3"/>
                </a:solidFill>
              </a:rPr>
              <a:t>PRESENTATION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🌐 Web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index.html + app.js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🖥️ Desktop GUI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PyQt5 + QWebEngine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54879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463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📊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streamlit_app.py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097280"/>
            <a:ext cx="3657600" cy="53949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097280"/>
            <a:ext cx="36576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3"/>
                </a:solidFill>
              </a:rPr>
              <a:t>API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73736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🔗 REST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/api/place_bet, /api/fold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24612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🔒 Session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7947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Flask Session + SQLite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754879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8463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⚡ Flask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Port 5000/5055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097280"/>
            <a:ext cx="3657600" cy="53949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097280"/>
            <a:ext cx="36576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3"/>
                </a:solidFill>
              </a:rPr>
              <a:t>CORE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173736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🃏 HandEvaluator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7-card best hand algorithm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246120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337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🤖 AIPlayer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7947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Probabilistic decision engine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754879"/>
            <a:ext cx="3383280" cy="1280160"/>
          </a:xfrm>
          <a:prstGeom prst="rect">
            <a:avLst/>
          </a:prstGeom>
          <a:solidFill>
            <a:srgbClr val="12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8463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🗄️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SQLite ORM wrapper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</a:rPr>
              <a:t>LEHMAN'S LAWS OF SOFTWARE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Law of Continuing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CLI → Flask Web App → PyQt5 Desktop → Streamlit. The system continuously evolved to remain useful across different user environments.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48640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776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Law of Increasing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Adding features (3D cards, audio, AI, fold mechanic) increased complexity. Managed via OOP refactoring and API separation.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48640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417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Law of Continuing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Functional content grew each sprint: betting streets, fold mechanics, statistics dashboard, provably-fair audit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0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7763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Law of Conservation of Familiarity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Core poker rules never changed. The game engine (HandEvaluator) remained stable while the delivery layer evolved.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REFACTORING LEGACY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❌  LEGACY (CLI)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99"/>
                </a:solidFill>
              </a:rPr>
              <a:t>• Single 1,000+ line script
• Hardcoded input() loops
• print() for all UI output
• Game logic mixed with display
• No error handling
• Zero modularity or reuse
• No database abstraction
• Untestable spaghetti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solidFill>
            <a:srgbClr val="03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✅  REFACTORED (OOP +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EFAC"/>
                </a:solidFill>
              </a:rPr>
              <a:t>• Modular classes: Card, Deck,
  HandEvaluator, Database, AIPlayer
• Stateless REST API endpoints
• JSON responses for all state
• Context managers for DB safety
• Try/except exception handling
• 100% unit-testable engine
• Multi-platform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TESTING &amp; AUTOMATED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530352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🧪 Unit Tests
(test_gravity_poker.py)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• test_card_creation()
  Verifies Card object attributes
• test_deck_shuffle_and_draw()
  52 cards, draw reduces count
• test_hand_evaluator_royal_flush()
  Asserts Royal Flush = rank 9
• test_ai_player_decision()
  AI calls/raises on high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749039" cy="530352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749039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⚙️ Automated CI/CD
(.github/workflows/test.yml)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• Triggers on every git push
  and pull_request to main
• Spins up Ubuntu environment
• Installs Flask, PyQt5 deps
• Runs full unittest suite
• Blocks merge if tests fail
• Prevents regression bugs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749039" cy="530352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🛡️ Exception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• SQLite: closing() context managers
  prevent DB lock leaks
• Flask: try/except around
  all DB write operations
• JS Frontend: try/catch on
  all fetch() API calls
• Errors logged to Audit Log
  instead of crashing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MULTI-PLATFORM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54864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Flask 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3832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File: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gravity_poker.py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Run: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14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py gravity_poker.py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3383280" cy="36576"/>
          </a:xfrm>
          <a:prstGeom prst="rect">
            <a:avLst/>
          </a:prstGeom>
          <a:solidFill>
            <a:srgbClr val="2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HTML/CSS/JS frontend. Serves REST API. Runs on any browser. Deployable to Heroku/WSGI.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97280"/>
            <a:ext cx="3749039" cy="54864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188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PyQt5 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011680"/>
            <a:ext cx="3383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148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File: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desktop_app.py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514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py desktop_app.py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926080"/>
            <a:ext cx="3383280" cy="36576"/>
          </a:xfrm>
          <a:prstGeom prst="rect">
            <a:avLst/>
          </a:prstGeom>
          <a:solidFill>
            <a:srgbClr val="2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0632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Bundles Chromium engine. Exact web UI replica. Polls Flask server internally. No browser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097280"/>
            <a:ext cx="3749039" cy="54864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188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Streamlit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011680"/>
            <a:ext cx="3383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148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File: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148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streamlit_app.py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Run: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514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py -m streamlit run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926080"/>
            <a:ext cx="3383280" cy="36576"/>
          </a:xfrm>
          <a:prstGeom prst="rect">
            <a:avLst/>
          </a:prstGeom>
          <a:solidFill>
            <a:srgbClr val="2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0632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Pure Python web UI. No JS/CSS files. Rapid dashboard deployment. Auto-reloads on code save.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</a:rPr>
              <a:t>PEER REVIEWS &amp; SOFTWARE PROCESS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0913"/>
                </a:solidFill>
              </a:rPr>
              <a:t>🔍 Code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CSS Inheritance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Red suits (♥ ♦) were rendering black.
Inspection found .card-front had hardcoded color: #1a1b24 overriding .suit-red.
Fixed by removing hardcoded color.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0913"/>
                </a:solidFill>
              </a:rPr>
              <a:t>🔄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Desktop Rendering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pywebview silently failed on Windows (missing Edge WebView2 runtime).
Walkthrough identified ENV dependency.
Pivoted to PyQt5 + QWebEngineView.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566928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6692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0913"/>
                </a:solidFill>
              </a:rPr>
              <a:t>📈 SPI (Deming Cycle)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70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Process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PLAN: Define REST API contracts.
DO: Implement modular classes.
CHECK: Run unit tests on CI.
ACT: Refactor on regression failures.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669280" cy="237744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6692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044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0913"/>
                </a:solidFill>
              </a:rPr>
              <a:t>👥 Team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70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Contribution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Scrum Master: Timeline &amp; Lehman's.
Backend: Flask API + DB schema.
Frontend: CSS/JS + PyQt5 wrapper.
QA: test_gravity_poker.py + CI/CD.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3D Card Flip 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CSS rotateY(180deg) transform with cubic-bezier easing. Cards deal with staggered 120ms delays.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Web Audio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Zero-dependency sound engine using Web Audio API OscillatorNode. Win/loss/deal jingles.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Confetti Celebration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Canvas-based particle system with 200 physics particles on player win.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Glassmorphism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backdrop-filter: blur(), rgba backgrounds, and glow effects for a premium casino feel.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FOLD Mechanic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6344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Full API endpoint /api/fold. Instantly ends hand, reveals dealer cards, logs stats.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749039" cy="228600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Luck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6344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Real-time win rate meter, streak tracker, segmented bar chart from SQLite stats.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</a:rPr>
              <a:t>CONCLUSION &amp; 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Agile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Sprints enabled fast iteration and mid-project pivots (pywebview → PyQt5).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6B6D4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3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Lehman's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20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Each deployment tier proves the laws of Continuing Change and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C3AED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Refactoring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Legacy 1000-line script transformed into a modular, multi-platform product.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9E0B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Testing &amp;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7830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GitHub Actions ensures no regression; unit tests validate the math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F4444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063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Exception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20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DB context managers + JS try/catch prevent silent failures in production.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5669280" cy="1508760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800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Peer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</a:rPr>
              <a:t>Two documented reviews led to real bug fixes and architectural improvements.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0"/>
                </a:solidFill>
              </a:rPr>
              <a:t>Gravity Flip Poker — Software Construction &amp; Development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